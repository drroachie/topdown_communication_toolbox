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028" r:id="rId2"/>
    <p:sldId id="1029" r:id="rId3"/>
    <p:sldId id="1030" r:id="rId4"/>
    <p:sldId id="1026" r:id="rId5"/>
    <p:sldId id="103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7543D-FD6B-464D-AE1F-2674640535E2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028DE-5E76-4408-BB87-062488C0A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5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EA89A-BD8A-4EDE-91DF-B5B9D5B77E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5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EA89A-BD8A-4EDE-91DF-B5B9D5B77E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0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4F6C-1770-7232-36AD-0C64BCCB6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6CE18-C482-34A4-A8CC-E4667EBDD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280C6-D094-501C-082A-CE96958D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F6C5-51D8-6CFF-0BC7-30557FF2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C3C5-DB60-663B-600B-B59527CE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5650-198E-DBE7-7F85-C5B218EB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55F0-F20A-517B-AB9F-547DEBF0F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5A5F6-C783-6D13-A308-0EBFFC79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4772-AEA4-5668-95D1-A39B3701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3FCA2-3980-6C82-CA3B-F221B4F3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6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203B-EB07-D0D4-CA5F-86AD7EAA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E7D28-3F46-A03F-FE61-D1106F0A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7BBA8-0051-FFBD-FA30-D1BC3212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68FC5-F6B6-DEBA-C3E4-D1968B50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2F08C-8EFE-A25D-E520-3179E5A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6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111A-A6DB-7EF3-7735-A3E841FB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CD95-E9CD-311C-B952-841BE358B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C5C5F-04AB-CCC7-A688-616877615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577D1-0A0C-A24A-677D-516152D5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E89BA-4125-BD45-9E9F-6224F480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6960-998A-1CC5-2384-B6A2B1F1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7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C1F8-D6C6-4580-73FB-C2E3C0D1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9F5F6-1C53-043A-E7F0-0F8FBD909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823CA-1F1D-1C30-9A12-062A79F96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7B797-672C-52F4-116E-9EBC345A1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D1D5D-C59D-BBF1-FC5D-E46F45C04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E3115-A0FD-B105-4714-02E734BE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71BB0-A5C4-FC1D-D709-AD5AB2BB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1BB4D-31DE-2905-791F-3EF61CB0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4F81-465C-F31D-47AB-60E8D43D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7BC6D-6B0F-A977-869D-27D3813B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02FE3-9B7D-61E2-1705-0455E323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EF052-78F7-4D61-8219-596AAE84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960A5-1B6A-130B-A446-B2F8F99E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D2DDE-BAE1-5764-9172-09EB174D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C867D-C90B-2B2B-23DC-8B972AAE2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5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80F0E-BA9D-9C1D-E7B0-BAD2623D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3A45-FD1A-9B6A-ED2C-4D04731A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AEDBE-1769-28CF-8756-BC55BB030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05FCF-873B-BA51-1A96-10B6FAAC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F4C98-4B2B-91E0-F46D-66BA6D20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DC7B0-7FB0-ED1E-DE2F-70CA7852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216E-01CF-6025-7F44-ED802E53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9B578-DBBD-7141-29E6-5D3559A05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4752E-2496-DF92-3815-79C8048E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C8343-F385-B337-8499-E2718AE2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0A4DC-0C90-2827-CC32-C2903FBA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6EC2A-E1A1-838C-BCD3-AD503C40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7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599C-28CA-446D-8E8B-B40C9D66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CE1A1-9482-5930-6C44-B8ABC9AB0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FE5A6-73A4-F5FE-40BF-C3D2D497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D2763-6C28-7BAE-5CFC-B78E1407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EAF46-9442-FF59-2FD9-3FE6C843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5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5281D-E2C6-CD08-E705-1B2900B33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AC7E1-4879-138E-A030-911153EB8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0A70-038D-0CE8-407E-D98A7BA0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0A139-B785-3374-97E3-EED3508E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9FE35-D76A-E21B-6252-588B084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8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93DF0-F150-B4FC-EC92-ECC31E21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17365-3FEA-8088-E88F-D1ED3C777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4F908-C8F1-C943-6D30-CE497DACC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5CC3-019B-4EFA-9EEE-E87FC609018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BE31C-3C9D-5429-37EE-D4DF6C57A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634E0-78C6-11EE-113A-9347536D1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72351-F57E-423C-A9BD-A4605ADB1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3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C4E8E-63A5-6F82-BC35-21CACE80576E}"/>
              </a:ext>
            </a:extLst>
          </p:cNvPr>
          <p:cNvSpPr txBox="1"/>
          <p:nvPr/>
        </p:nvSpPr>
        <p:spPr>
          <a:xfrm>
            <a:off x="993058" y="1986117"/>
            <a:ext cx="105598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Interpreting the Sign of Fieldtrip PSI Values…An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2986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0F9AB-EF59-BD00-03C4-5B3F5A40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6" y="472507"/>
            <a:ext cx="5763429" cy="800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594FF2-F0CA-08C5-D189-D708B83DF733}"/>
              </a:ext>
            </a:extLst>
          </p:cNvPr>
          <p:cNvSpPr txBox="1"/>
          <p:nvPr/>
        </p:nvSpPr>
        <p:spPr>
          <a:xfrm>
            <a:off x="0" y="0"/>
            <a:ext cx="3766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First, my data using </a:t>
            </a:r>
            <a:r>
              <a:rPr lang="en-US" dirty="0" err="1"/>
              <a:t>cfg.channelcmb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EED96-BC4D-ABEA-3429-6D0EDC41E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6" y="1464473"/>
            <a:ext cx="4801270" cy="1038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58C496-D3E3-B0D2-1B3C-218337C07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26" y="2694597"/>
            <a:ext cx="1629002" cy="3324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9E2B42-5360-D14D-92F4-1FB88ACA3625}"/>
              </a:ext>
            </a:extLst>
          </p:cNvPr>
          <p:cNvSpPr txBox="1"/>
          <p:nvPr/>
        </p:nvSpPr>
        <p:spPr>
          <a:xfrm>
            <a:off x="861806" y="1797708"/>
            <a:ext cx="12731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Channel pair x </a:t>
            </a:r>
            <a:r>
              <a:rPr lang="en-US" sz="1050" dirty="0" err="1"/>
              <a:t>freq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68EDEF-3F3D-7D88-43AB-A347BF2B2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98" y="2291764"/>
            <a:ext cx="7326776" cy="41267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663BC71-1C04-F2C7-0E57-C60CE772E9B3}"/>
              </a:ext>
            </a:extLst>
          </p:cNvPr>
          <p:cNvSpPr/>
          <p:nvPr/>
        </p:nvSpPr>
        <p:spPr>
          <a:xfrm>
            <a:off x="5438018" y="4419600"/>
            <a:ext cx="169333" cy="103239"/>
          </a:xfrm>
          <a:prstGeom prst="rect">
            <a:avLst/>
          </a:prstGeom>
          <a:solidFill>
            <a:srgbClr val="FFFF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E8AECE-585F-70BE-33F2-C2150C927881}"/>
              </a:ext>
            </a:extLst>
          </p:cNvPr>
          <p:cNvSpPr/>
          <p:nvPr/>
        </p:nvSpPr>
        <p:spPr>
          <a:xfrm>
            <a:off x="8415338" y="2845274"/>
            <a:ext cx="203831" cy="103239"/>
          </a:xfrm>
          <a:prstGeom prst="rect">
            <a:avLst/>
          </a:prstGeom>
          <a:solidFill>
            <a:srgbClr val="FFFF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5716CA-04CC-418B-F175-917E6DD925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159" y="152665"/>
            <a:ext cx="4801270" cy="18309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7137EF-2397-7586-E660-95D3EEF52EB6}"/>
              </a:ext>
            </a:extLst>
          </p:cNvPr>
          <p:cNvSpPr txBox="1"/>
          <p:nvPr/>
        </p:nvSpPr>
        <p:spPr>
          <a:xfrm>
            <a:off x="8090170" y="1970771"/>
            <a:ext cx="38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550AD-ADAE-5502-508A-CC718414AADE}"/>
              </a:ext>
            </a:extLst>
          </p:cNvPr>
          <p:cNvSpPr txBox="1"/>
          <p:nvPr/>
        </p:nvSpPr>
        <p:spPr>
          <a:xfrm rot="16200000">
            <a:off x="4479021" y="4234934"/>
            <a:ext cx="65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8EC2A-D9C6-C5CC-F3EF-7CD809CD4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89" y="405490"/>
            <a:ext cx="1183869" cy="482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882CE7-1231-4F05-8B69-2EA0FE47EE47}"/>
              </a:ext>
            </a:extLst>
          </p:cNvPr>
          <p:cNvSpPr txBox="1"/>
          <p:nvPr/>
        </p:nvSpPr>
        <p:spPr>
          <a:xfrm>
            <a:off x="7530911" y="1562802"/>
            <a:ext cx="17235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PFC_ch05, AC_ch03, 1 Hz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A05E19B-BED7-7F67-5FA6-1274E03E7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810" y="3965185"/>
            <a:ext cx="2383147" cy="9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3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BFB8252-0AA4-85B8-4CA2-FBEBD25F4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09" y="4028951"/>
            <a:ext cx="2982071" cy="16987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40E16C-7EB2-526A-AB46-666EAC98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015" y="87348"/>
            <a:ext cx="3819525" cy="2050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556E0F-28C1-97B5-882B-E56C09A31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91" y="526820"/>
            <a:ext cx="5973009" cy="895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40A252-D9D6-463E-7A2A-90DCD0983A36}"/>
              </a:ext>
            </a:extLst>
          </p:cNvPr>
          <p:cNvSpPr txBox="1"/>
          <p:nvPr/>
        </p:nvSpPr>
        <p:spPr>
          <a:xfrm>
            <a:off x="0" y="0"/>
            <a:ext cx="401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Next, my data utilizing all channel pairs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1967A-8F39-0FA9-8FC8-2213F5021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98" y="1422296"/>
            <a:ext cx="4169791" cy="9592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EA2A4-937B-F0D8-F4B4-B6B7F7D00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880" y="2317770"/>
            <a:ext cx="7881576" cy="43062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1F3BCF-B984-C468-C798-12061EBB2EDA}"/>
              </a:ext>
            </a:extLst>
          </p:cNvPr>
          <p:cNvSpPr/>
          <p:nvPr/>
        </p:nvSpPr>
        <p:spPr>
          <a:xfrm>
            <a:off x="5159692" y="4599952"/>
            <a:ext cx="169333" cy="103239"/>
          </a:xfrm>
          <a:prstGeom prst="rect">
            <a:avLst/>
          </a:prstGeom>
          <a:solidFill>
            <a:srgbClr val="FFFF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4F40F-62B8-E772-2C86-F1948F876923}"/>
              </a:ext>
            </a:extLst>
          </p:cNvPr>
          <p:cNvSpPr/>
          <p:nvPr/>
        </p:nvSpPr>
        <p:spPr>
          <a:xfrm>
            <a:off x="8381745" y="3011388"/>
            <a:ext cx="169333" cy="103239"/>
          </a:xfrm>
          <a:prstGeom prst="rect">
            <a:avLst/>
          </a:prstGeom>
          <a:solidFill>
            <a:srgbClr val="FFFF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19DC29-D3A2-3995-738A-F1D0D69EEB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798" y="2444532"/>
            <a:ext cx="830544" cy="41795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07D101-3ABB-A8D0-936D-AE6326AF83F9}"/>
              </a:ext>
            </a:extLst>
          </p:cNvPr>
          <p:cNvSpPr txBox="1"/>
          <p:nvPr/>
        </p:nvSpPr>
        <p:spPr>
          <a:xfrm>
            <a:off x="7882015" y="177342"/>
            <a:ext cx="31302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pfc5_ac3 = </a:t>
            </a:r>
            <a:r>
              <a:rPr lang="en-US" sz="1100" dirty="0" err="1"/>
              <a:t>PSI_OnlyPrior.psispctrm</a:t>
            </a:r>
            <a:r>
              <a:rPr lang="en-US" sz="1100" dirty="0"/>
              <a:t>  (3, 21, 1)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84CECB-8948-A93D-5C4D-F067A72E73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8771" y="545873"/>
            <a:ext cx="695702" cy="3366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A1CD45D-3DDD-5237-8EBE-6A6DBA0C7EB1}"/>
              </a:ext>
            </a:extLst>
          </p:cNvPr>
          <p:cNvSpPr txBox="1"/>
          <p:nvPr/>
        </p:nvSpPr>
        <p:spPr>
          <a:xfrm>
            <a:off x="1179123" y="4028951"/>
            <a:ext cx="27931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enlo"/>
              </a:rPr>
              <a:t>ac3_pfc5 = </a:t>
            </a:r>
            <a:r>
              <a:rPr lang="en-US" sz="1100" b="0" i="0" dirty="0" err="1">
                <a:effectLst/>
                <a:latin typeface="Menlo"/>
              </a:rPr>
              <a:t>PSI_OnlyPrior.psispctrm</a:t>
            </a:r>
            <a:r>
              <a:rPr lang="en-US" sz="1100" b="0" i="0" dirty="0">
                <a:effectLst/>
                <a:latin typeface="Menlo"/>
              </a:rPr>
              <a:t> (21, 3, 1);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2D7563-2475-0EE9-7C42-0484869A8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8059" y="4264919"/>
            <a:ext cx="545417" cy="296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FC798AE-5ED7-9F96-9223-040854FEF9A6}"/>
              </a:ext>
            </a:extLst>
          </p:cNvPr>
          <p:cNvSpPr txBox="1"/>
          <p:nvPr/>
        </p:nvSpPr>
        <p:spPr>
          <a:xfrm>
            <a:off x="8090170" y="1970771"/>
            <a:ext cx="38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E9AC3-29AC-FB9A-1766-7861BF176C18}"/>
              </a:ext>
            </a:extLst>
          </p:cNvPr>
          <p:cNvSpPr txBox="1"/>
          <p:nvPr/>
        </p:nvSpPr>
        <p:spPr>
          <a:xfrm rot="16200000">
            <a:off x="3922789" y="4228465"/>
            <a:ext cx="65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</a:t>
            </a:r>
          </a:p>
        </p:txBody>
      </p:sp>
    </p:spTree>
    <p:extLst>
      <p:ext uri="{BB962C8B-B14F-4D97-AF65-F5344CB8AC3E}">
        <p14:creationId xmlns:p14="http://schemas.microsoft.com/office/powerpoint/2010/main" val="80435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D87B9B6-B349-A179-6CDB-AEDEF25EB6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23" b="8838"/>
          <a:stretch>
            <a:fillRect/>
          </a:stretch>
        </p:blipFill>
        <p:spPr>
          <a:xfrm>
            <a:off x="3831261" y="1870850"/>
            <a:ext cx="8199914" cy="4529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A04912-339B-B5F3-AFA5-53FD0EBA6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" y="3429000"/>
            <a:ext cx="1533739" cy="1181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B5D2B7-5E8F-79A0-9B77-4FDE86D71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29" y="677778"/>
            <a:ext cx="8306959" cy="10574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BA34DE-73BE-3F35-0322-B0B770770EC0}"/>
              </a:ext>
            </a:extLst>
          </p:cNvPr>
          <p:cNvSpPr txBox="1"/>
          <p:nvPr/>
        </p:nvSpPr>
        <p:spPr>
          <a:xfrm>
            <a:off x="312230" y="91225"/>
            <a:ext cx="954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confused, let us move to simulated data, where both AC channels lead both PFC channels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D5CEE1-C083-227C-1AA0-9BBC2184E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8" y="1914215"/>
            <a:ext cx="4867954" cy="10574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24051AD-BB13-4B49-786B-D6AB13259F6D}"/>
              </a:ext>
            </a:extLst>
          </p:cNvPr>
          <p:cNvSpPr txBox="1"/>
          <p:nvPr/>
        </p:nvSpPr>
        <p:spPr>
          <a:xfrm>
            <a:off x="1079098" y="2260360"/>
            <a:ext cx="12731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Channel pair x </a:t>
            </a:r>
            <a:r>
              <a:rPr lang="en-US" sz="1050" dirty="0" err="1"/>
              <a:t>freq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C4992D-4E46-7C40-F32D-C3267CE279D5}"/>
              </a:ext>
            </a:extLst>
          </p:cNvPr>
          <p:cNvSpPr txBox="1"/>
          <p:nvPr/>
        </p:nvSpPr>
        <p:spPr>
          <a:xfrm>
            <a:off x="222718" y="4882961"/>
            <a:ext cx="388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Note, that all of these have a negative inflection</a:t>
            </a:r>
          </a:p>
        </p:txBody>
      </p:sp>
    </p:spTree>
    <p:extLst>
      <p:ext uri="{BB962C8B-B14F-4D97-AF65-F5344CB8AC3E}">
        <p14:creationId xmlns:p14="http://schemas.microsoft.com/office/powerpoint/2010/main" val="146346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E42E20-7691-2EFD-5634-EF048BA9F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9" r="3895"/>
          <a:stretch>
            <a:fillRect/>
          </a:stretch>
        </p:blipFill>
        <p:spPr>
          <a:xfrm>
            <a:off x="3402419" y="1565196"/>
            <a:ext cx="8569842" cy="47785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F9A64-0D62-350E-0A4F-4DBBC723555E}"/>
              </a:ext>
            </a:extLst>
          </p:cNvPr>
          <p:cNvSpPr txBox="1"/>
          <p:nvPr/>
        </p:nvSpPr>
        <p:spPr>
          <a:xfrm>
            <a:off x="312230" y="91225"/>
            <a:ext cx="7730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Ok, now we can home in on ground truth. Remember, we know AC leads PFC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DD192-D68B-AF42-EBAD-4C5EDA4E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30" y="2914578"/>
            <a:ext cx="895475" cy="1028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493D7-6361-55A3-22A5-BE96D4329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30" y="1565196"/>
            <a:ext cx="4203405" cy="1121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6C0CB6-2BB3-727B-B1C2-226B99386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64" y="622089"/>
            <a:ext cx="8487960" cy="943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36D849-1A21-9F17-39D9-BC8D8DC3EF18}"/>
              </a:ext>
            </a:extLst>
          </p:cNvPr>
          <p:cNvSpPr txBox="1"/>
          <p:nvPr/>
        </p:nvSpPr>
        <p:spPr>
          <a:xfrm>
            <a:off x="312230" y="4170842"/>
            <a:ext cx="33917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with out real data, the negative inflection is in the top right quadrant.</a:t>
            </a:r>
          </a:p>
          <a:p>
            <a:endParaRPr lang="en-US" dirty="0"/>
          </a:p>
          <a:p>
            <a:r>
              <a:rPr lang="en-US" dirty="0"/>
              <a:t>Now we know that for our data, a negative PSI denotes that that AC leads PFC, and that...</a:t>
            </a:r>
          </a:p>
          <a:p>
            <a:endParaRPr lang="en-US" dirty="0"/>
          </a:p>
          <a:p>
            <a:r>
              <a:rPr lang="en-US" dirty="0"/>
              <a:t>BLUE = BOTTOM UP </a:t>
            </a:r>
          </a:p>
        </p:txBody>
      </p:sp>
    </p:spTree>
    <p:extLst>
      <p:ext uri="{BB962C8B-B14F-4D97-AF65-F5344CB8AC3E}">
        <p14:creationId xmlns:p14="http://schemas.microsoft.com/office/powerpoint/2010/main" val="9876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Widescreen</PresentationFormat>
  <Paragraphs>22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Roach</dc:creator>
  <cp:lastModifiedBy>Corey Roach</cp:lastModifiedBy>
  <cp:revision>1</cp:revision>
  <dcterms:created xsi:type="dcterms:W3CDTF">2025-08-11T17:54:36Z</dcterms:created>
  <dcterms:modified xsi:type="dcterms:W3CDTF">2025-08-11T17:55:30Z</dcterms:modified>
</cp:coreProperties>
</file>